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oNsk3ilTmIIqTKAM4uN0Aw==" hashData="sJIa4ofwg5KzMGgClxXbW5T0cz0o3DS292fHSFFp+Slmp4YDTk9E7zLEJybcfp8HX8XxNW8D9YKqIetO/frP/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4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>
            <a:alpha val="8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08" y="861407"/>
            <a:ext cx="751609" cy="7516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348" y="760962"/>
            <a:ext cx="4422371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BAZE-</a:t>
            </a:r>
            <a:r>
              <a:rPr lang="en-US" sz="44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DADUS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157132" y="1574916"/>
            <a:ext cx="1682497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(Database)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19448" y="2493874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B0C8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Kapítulu 1 (1.1 – 1.2)</a:t>
            </a:r>
            <a:endParaRPr lang="en-US" sz="12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3253A"/>
          </a:solidFill>
          <a:ln w="12700">
            <a:solidFill>
              <a:srgbClr val="0325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Universidade | Teknolojia Informasaun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264920" y="2333689"/>
            <a:ext cx="3200400" cy="4572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1" name="TextBox 10"/>
          <p:cNvSpPr txBox="1"/>
          <p:nvPr/>
        </p:nvSpPr>
        <p:spPr>
          <a:xfrm>
            <a:off x="1157132" y="1987217"/>
            <a:ext cx="5245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i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Introdusaun</a:t>
            </a:r>
            <a:r>
              <a:rPr lang="en-US" sz="18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no </a:t>
            </a:r>
            <a:r>
              <a:rPr lang="en-US" sz="1800" b="1" i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Konseitu</a:t>
            </a:r>
            <a:r>
              <a:rPr lang="en-US" sz="1800" b="1" i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800" b="1" i="1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Báziku</a:t>
            </a:r>
            <a:endParaRPr lang="en-US" sz="1800" b="1" i="1" dirty="0">
              <a:solidFill>
                <a:schemeClr val="accent4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Konseitu Simples Baze-Dadus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11" y="1159625"/>
            <a:ext cx="493222" cy="4932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5865" y="1207423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Armáriu Arkivu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8433" y="1518735"/>
            <a:ext cx="2101734" cy="124275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Tau mapa ba arkivu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📂 Grupu tuir kategoría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🔢 Numerasaun únika (ID)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Organiza tuir orden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 Fasil buka informasaun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2468880"/>
            <a:ext cx="457200" cy="2011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15968" y="2304288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</a:rPr>
              <a:t>➜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892040" y="109728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517" y="1152005"/>
            <a:ext cx="476597" cy="4765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3114" y="1207423"/>
            <a:ext cx="3749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Baze-Dadus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40680" y="1559675"/>
            <a:ext cx="2353887" cy="1287087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Rai dadus iha komputadór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🗂️ Organiza dadus sistematiku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Buka dadus ho lalais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 Uza dadus fila fali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Jere informasaun barak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 Definisaun Baze-Dadus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840480" cy="137160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Fatin ka Armajen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(Fatin atu halibur)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+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937760" y="1097280"/>
            <a:ext cx="3840480" cy="137160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43000"/>
            <a:ext cx="3657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DADUS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Faktu husi mundu reál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(Ema, Sasán, Eventu, etc.)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651760"/>
            <a:ext cx="2697480" cy="2194560"/>
          </a:xfrm>
          <a:prstGeom prst="rect">
            <a:avLst/>
          </a:prstGeom>
          <a:solidFill>
            <a:srgbClr val="0A2E4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15768"/>
            <a:ext cx="475488" cy="475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93192" y="32004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Definisaun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356616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Koleksaun dadus iha relasaun ba malu ne'ebé organiza hodi bele uza fila fali ho lalais no fasil.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72968" y="2651760"/>
            <a:ext cx="2697480" cy="2194560"/>
          </a:xfrm>
          <a:prstGeom prst="rect">
            <a:avLst/>
          </a:prstGeom>
          <a:solidFill>
            <a:srgbClr val="0A2E4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715768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32004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Definisaun 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264408" y="356616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Koleksaun dadus interligadu ne'ebé rai hamutuk lahó repetisaun (redundance) atu hatán nesesidade oioin.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025896" y="2651760"/>
            <a:ext cx="2697480" cy="2194560"/>
          </a:xfrm>
          <a:prstGeom prst="rect">
            <a:avLst/>
          </a:prstGeom>
          <a:solidFill>
            <a:srgbClr val="0A2E45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2715768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9048" y="320040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Definisaun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117336" y="3566160"/>
            <a:ext cx="25146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Koleksaun tabela iha relasaun ba malu ne'ebé rai iha media armazenamentu eletróniku.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Armáriu Arkivu vs Baze-Dadus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011680" cy="530352"/>
          </a:xfrm>
          <a:prstGeom prst="rect">
            <a:avLst/>
          </a:prstGeom>
          <a:solidFill>
            <a:srgbClr val="1C729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Aspetu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051560"/>
            <a:ext cx="3017520" cy="530352"/>
          </a:xfrm>
          <a:prstGeom prst="rect">
            <a:avLst/>
          </a:prstGeom>
          <a:solidFill>
            <a:srgbClr val="1C729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97280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Armáriu Arkivu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051560"/>
            <a:ext cx="3017520" cy="530352"/>
          </a:xfrm>
          <a:prstGeom prst="rect">
            <a:avLst/>
          </a:prstGeom>
          <a:solidFill>
            <a:srgbClr val="1C7293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097280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Baze-Dadus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581912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27632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Prinsípiu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581912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627632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Organizasaun arkivu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581912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627632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Organizasaun dadus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112264"/>
            <a:ext cx="2011680" cy="530352"/>
          </a:xfrm>
          <a:prstGeom prst="rect">
            <a:avLst/>
          </a:prstGeom>
          <a:solidFill>
            <a:srgbClr val="DAEEF6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157984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2112264"/>
            <a:ext cx="3017520" cy="530352"/>
          </a:xfrm>
          <a:prstGeom prst="rect">
            <a:avLst/>
          </a:prstGeom>
          <a:solidFill>
            <a:srgbClr val="DAEEF6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157984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Fasil buka arkivu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2112264"/>
            <a:ext cx="3017520" cy="530352"/>
          </a:xfrm>
          <a:prstGeom prst="rect">
            <a:avLst/>
          </a:prstGeom>
          <a:solidFill>
            <a:srgbClr val="DAEEF6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2157984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Fasil &amp; lalais rekuperasaun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642616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88336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2642616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688336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Armáriu besi/ai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2642616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2688336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Disk magnétiku (eletróniku)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172968"/>
            <a:ext cx="2011680" cy="530352"/>
          </a:xfrm>
          <a:prstGeom prst="rect">
            <a:avLst/>
          </a:prstGeom>
          <a:solidFill>
            <a:srgbClr val="DAEEF6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218688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Jestaun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3172968"/>
            <a:ext cx="3017520" cy="530352"/>
          </a:xfrm>
          <a:prstGeom prst="rect">
            <a:avLst/>
          </a:prstGeom>
          <a:solidFill>
            <a:srgbClr val="DAEEF6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218688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Husi ema diretamente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577840" y="3172968"/>
            <a:ext cx="3017520" cy="530352"/>
          </a:xfrm>
          <a:prstGeom prst="rect">
            <a:avLst/>
          </a:prstGeom>
          <a:solidFill>
            <a:srgbClr val="DAEEF6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218688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Liuhosi komputadór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703320"/>
            <a:ext cx="20116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749040"/>
            <a:ext cx="19202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Kapasidade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0" y="370332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749040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Limitadu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77840" y="370332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3749040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Barak tebes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FFF9C4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4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Prinsípiu no objetivu serbisu hanesan — diferensa úniku iha media armazenamentu ne'ebé uza!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1.2 Operasaun Báziku Baze-Dadus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115568"/>
            <a:ext cx="640080" cy="6400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1704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78308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B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DATABASE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21945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Kria baze-dadus foun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50592" y="100584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36392" y="1115568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7043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96312" y="178308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DATABASE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496312" y="21945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Apaga baze-dadus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26864" y="100584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12664" y="1115568"/>
            <a:ext cx="640080" cy="64008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117043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72584" y="178308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98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TABLE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672584" y="21945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Kria tabela foun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03136" y="100584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88936" y="1115568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117043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178308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TABLE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848856" y="21945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Apaga tabela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274320" y="292608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0120" y="3035808"/>
            <a:ext cx="640080" cy="6400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090672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20040" y="370332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INSERT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320040" y="41148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Hatama dadus foun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450592" y="292608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136392" y="3035808"/>
            <a:ext cx="640080" cy="6400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090672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496312" y="370332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9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(SELECT)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2496312" y="41148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Buka &amp; rekupera dadus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626864" y="292608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312664" y="3035808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6672" y="3090672"/>
            <a:ext cx="502920" cy="5029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672584" y="370332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9C1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4672584" y="41148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Muda/hadi'a dadus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803136" y="2926080"/>
            <a:ext cx="2011680" cy="1691640"/>
          </a:xfrm>
          <a:prstGeom prst="rect">
            <a:avLst/>
          </a:prstGeom>
          <a:solidFill>
            <a:srgbClr val="0A2E4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7488936" y="3035808"/>
            <a:ext cx="640080" cy="6400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3090672"/>
            <a:ext cx="502920" cy="5029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48856" y="370332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</a:t>
            </a:r>
            <a:endParaRPr lang="en-US" sz="1050" dirty="0"/>
          </a:p>
        </p:txBody>
      </p:sp>
      <p:sp>
        <p:nvSpPr>
          <p:cNvPr id="43" name="Text 33"/>
          <p:cNvSpPr/>
          <p:nvPr/>
        </p:nvSpPr>
        <p:spPr>
          <a:xfrm>
            <a:off x="6848856" y="41148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Hamoos dadus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Baze-Dadus iha Universidade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01168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834640"/>
            <a:ext cx="201168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20116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BAZE-DADUS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AKADÉMIKU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960120"/>
            <a:ext cx="3017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960120"/>
            <a:ext cx="301752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99669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 Tabela Estudante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88920" y="1344168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Estudante  |  Naran  |  Kursu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554480"/>
            <a:ext cx="36576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897880" y="960120"/>
            <a:ext cx="3017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960120"/>
            <a:ext cx="3017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99669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👨‍🏫 Tabela Dosente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344168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Dosente  |  Naran  |  Departamentu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2331720"/>
            <a:ext cx="3017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2331720"/>
            <a:ext cx="3017520" cy="3474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36829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📖 Tabela Disiplina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88920" y="2715768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Kódigo  |  Naran Disiplina  |  Kréditu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2926080"/>
            <a:ext cx="36576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897880" y="2331720"/>
            <a:ext cx="3017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2331720"/>
            <a:ext cx="301752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236829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Tabela Valór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2715768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Estudante  |  Disiplina  |  Nota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0" y="3703320"/>
            <a:ext cx="3017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3703320"/>
            <a:ext cx="301752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373989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📅 Tabela Oráriu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88920" y="4087368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 |  Disiplina  |  Loron/Oras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4297680"/>
            <a:ext cx="36576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897880" y="3703320"/>
            <a:ext cx="301752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558B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3703320"/>
            <a:ext cx="3017520" cy="347472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739896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Tabela Prezensa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4087368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D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  |  Estudante  |  Prezente/La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Rezumu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solidFill>
            <a:srgbClr val="0A355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698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33272"/>
            <a:ext cx="7406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Baze-dadus maka koleksaun dadus ne'ebé organiza ho sistema iha media eletróniku.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64792"/>
            <a:ext cx="8229600" cy="685800"/>
          </a:xfrm>
          <a:prstGeom prst="rect">
            <a:avLst/>
          </a:prstGeom>
          <a:solidFill>
            <a:srgbClr val="0A355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745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837944"/>
            <a:ext cx="7406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Analojia ho armáriu arkivu: mesmu prinsípiu, diferensa iha media armazenamentu.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2569464"/>
            <a:ext cx="8229600" cy="685800"/>
          </a:xfrm>
          <a:prstGeom prst="rect">
            <a:avLst/>
          </a:prstGeom>
          <a:solidFill>
            <a:srgbClr val="0A355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67919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642616"/>
            <a:ext cx="7406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Dadus = representasaun faktu (ema, sasán, eventu) iha forma oioin.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685800"/>
          </a:xfrm>
          <a:prstGeom prst="rect">
            <a:avLst/>
          </a:prstGeom>
          <a:solidFill>
            <a:srgbClr val="0A355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483864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447288"/>
            <a:ext cx="7406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Operasaun báziku: CREATE, DROP, INSERT, QUERY, UPDATE, DELETE.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4178808"/>
            <a:ext cx="8229600" cy="685800"/>
          </a:xfrm>
          <a:prstGeom prst="rect">
            <a:avLst/>
          </a:prstGeom>
          <a:solidFill>
            <a:srgbClr val="0A3550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288536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251960"/>
            <a:ext cx="74066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Ezemplu iha universidade: tabela estudante, dosente, disiplina, valór, oráriu, prezensa.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391</Words>
  <Application>Microsoft Office PowerPoint</Application>
  <PresentationFormat>On-screen Show (16:9)</PresentationFormat>
  <Paragraphs>98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Baze-Dadus - Introdusaun</dc:title>
  <dc:subject>PptxGenJS Presentation</dc:subject>
  <dc:creator>PptxGenJS</dc:creator>
  <cp:lastModifiedBy>juser</cp:lastModifiedBy>
  <cp:revision>16</cp:revision>
  <dcterms:created xsi:type="dcterms:W3CDTF">2026-04-23T02:10:00Z</dcterms:created>
  <dcterms:modified xsi:type="dcterms:W3CDTF">2026-04-24T05:13:22Z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55A0DEC58FF448368223E9498E2A8D94_12</vt:lpwstr>
  </property>
  <property fmtid="{D5CDD505-2E9C-101B-9397-08002B2CF9AE}" pid="3" name="KSOProductBuildVer">
    <vt:lpwstr>1033-12.1.0.25242</vt:lpwstr>
  </property>
</Properties>
</file>