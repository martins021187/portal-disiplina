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gvlJbA+D4y6r+3+TGsqHA==" hashData="/vDgauENQq6jjLf3RSvCkjywdO9NHhdmAFeTvCxZanQfVt5zwl2TTrEhi8ks8OlyevMfTUv66tDtoIa/KAxXc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4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1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3474720" cy="5033772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9040" y="731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749040" y="1417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3749040" y="219456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74904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Komponente, Estrutura, no Funsaun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4904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Baze-Dadus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KONTEÚDU APREZENTASAUN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612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Definisaun Sistema no Sistema Baze-Dadus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756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Baze-Dadus: Objetu Pasivu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803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900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DBMS – Sistema Jestaun Baze-Dadus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7947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947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9044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Komponente Sistema Baze-Dadus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1612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Hardware iha Sistema Baze-Dadus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659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0756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Sistema Operasaun (Operating System)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8803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803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900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Baze-Dadus (Database Objects)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94760"/>
            <a:ext cx="73152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9044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Utilizadór no Aplikasaun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SAIDA MAKA SISTEMA?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9144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maka sistema ida ne'ebé kompostu husi komponente funsionál lubuk ida ne'ebé interligadu no hamutuk ho objetivu atu kumpre prosesu ida.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Exemplu: Veíkulu hanesan Sistema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1600200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1417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Hahú ignisaun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4248" y="2651760"/>
            <a:ext cx="160020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84248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Ignisaun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75688" y="3246120"/>
            <a:ext cx="1417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Kombustivel halo pistón funsiona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94176" y="2651760"/>
            <a:ext cx="160020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94176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85616" y="3246120"/>
            <a:ext cx="1417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94176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roda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04104" y="2651760"/>
            <a:ext cx="1600200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04104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Travãun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95544" y="3246120"/>
            <a:ext cx="1417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Hamenus no hapara movimentu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14032" y="2651760"/>
            <a:ext cx="1600200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14032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Elétriku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05472" y="3246120"/>
            <a:ext cx="141732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291840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 velozímetru no sistema seluk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Komponente sira-ne'e hamutuk hodi halo veíkulu funsiona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BAZE-DADUS: OBJETU PASIVU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0584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maka OBJETU PASIVU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5943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5448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00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Eziste tanba iha kriadór ne'ebé kria nia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148840"/>
            <a:ext cx="5943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14884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1945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Lahó jestór (driver/software), sei nunka sai útil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43200"/>
            <a:ext cx="5943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74320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7889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Presiza jestór atu halo nia funsiona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429000"/>
            <a:ext cx="8412480" cy="100584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 +  JESTÓR (DBMS)  =  SISTEMA BAZE-DADUS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5760" y="44988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Kombinasaun husi baze-dadus no nia jestór (software) produz sistema ida.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DEFINISAUN SISTEMA BAZE-DADUS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41732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Baze-Dadus maka sistema ida ne'ebé kompostu husi: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Kolesaun tabela dadus ne'ebé interligadu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Konjuntu programa (DBMS) ne'ebé permite utilizadór oioin atu asesu no manipula dadus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606040"/>
            <a:ext cx="27432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606040"/>
            <a:ext cx="27432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24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🗃️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Dadus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25603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organizadu iha forma tabela ne'ebé interligadu malu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36392" y="2606040"/>
            <a:ext cx="27432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2606040"/>
            <a:ext cx="27432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2624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36392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27832" y="3429000"/>
            <a:ext cx="25603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jestaun ne'ebé kontola asesu no manipulasaun dadus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2606040"/>
            <a:ext cx="274320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98464" y="2606040"/>
            <a:ext cx="27432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98464" y="2624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98464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Utilizadór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9904" y="3429000"/>
            <a:ext cx="256032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ka programa seluk ne'ebé uza sistema atu halo operasaun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KOMPONENTE PRINSIPÁL SISTEMA BAZE-DADUS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834640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Ekipamentu físiku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834640" cy="1828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💿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Operasaun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ne'ebé hala'o software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834640" cy="18288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188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Kolesaun tabela dadus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71800"/>
            <a:ext cx="2834640" cy="18288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2860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86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jestaun dadus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834640" cy="182880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0040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Utilizadór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 no administra sistema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971800"/>
            <a:ext cx="2834640" cy="182880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154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7220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Aplikasaun Seluk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722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opsionál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KOMPENTE 1: HARDWARE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iha sistema baze-dadus inklui ekipamentu físiku sira hotu-hotu ne'ebé suporta operasaun baze-dadus nian.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783080"/>
            <a:ext cx="6309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7830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Komputadór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Hala'o sistema baze-dadus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51960" y="1892808"/>
            <a:ext cx="18288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434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PC, Server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578608"/>
            <a:ext cx="6309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" y="257860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2624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Sekundária Online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no asesu dadus tempu real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2688336"/>
            <a:ext cx="18288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3400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Hard disk, SSD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374136"/>
            <a:ext cx="6309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20040" y="33741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05840" y="3419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Sekundária Offline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739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no rai dadus seguru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51960" y="3483864"/>
            <a:ext cx="18288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43400" y="35570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Pen drive, External disk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4169664"/>
            <a:ext cx="6309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20040" y="416966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05840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Komunikasaun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5840" y="45354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komputadór iha rede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51960" y="4279392"/>
            <a:ext cx="18288" cy="5029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43400" y="4352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Router, Kabel LAN, Wi-Fi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KOMPUTADÓR ISIN BAZE-DADUS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640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(Personal Computer)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201168" cy="20116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 ba sistema baze-dadus eskala ki'ik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201168" cy="20116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Adekuadu ba utilizadór nia uzu loroloron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201168" cy="20116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 baratu, fásil uza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21608"/>
            <a:ext cx="201168" cy="20116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Komputadór mesa, laptop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4206240" cy="640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155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801368"/>
            <a:ext cx="201168" cy="20116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 ba sistema eskala boot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441448"/>
            <a:ext cx="201168" cy="20116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Asesu husi utilizadór barak simultan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081528"/>
            <a:ext cx="201168" cy="20116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Kapasidade prosesu no armazenamentu boot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721608"/>
            <a:ext cx="201168" cy="20116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Web server, database 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Eskolla PC ka Server depende hosi nesesidade no eskala sistema baze-dadus nian.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MEMÓRIA SEKUNDÁRIA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9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(Tempu Real)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 Disk Drive (HDD)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Solid State Drive (SSD)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NVMe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RAID Arrays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Funsaun: Rai no asesu dadus diretamente iha memória sistema nian ba operasaun loroloron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69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(Backup)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Pen Drive / Flash Drive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External Hard Disk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DVD / CD-ROM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Magnetic Tape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Funsaun: Halo backup no rai dadus ho seguransa ba situasaun emerjénsia ka desastre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MEDIA NO DISPOZITIVU KOMUNIKASAUN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05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komunikasaun liga komputadór no ekipamentu sira iha rede atu fahe dadus no rekursu.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737360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737360"/>
            <a:ext cx="73152" cy="13716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18872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 dadus entre rede oioin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1737360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737360"/>
            <a:ext cx="73152" cy="13716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1920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434840" y="18470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Kabel LAN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3484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Koneksaun físiku entre komputadór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291840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291840"/>
            <a:ext cx="73152" cy="13716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474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📶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18872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Access Point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Koneksaun sem fio (wireless)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20440" y="3291840"/>
            <a:ext cx="3063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520440" y="3291840"/>
            <a:ext cx="73152" cy="13716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0" y="3474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4348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Switch/Hub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34840" y="3886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komputadór barak iha rede lokál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Funsaun prinsipál: Permite utilizadór barak atu asesu baze-dadus hanesan tempu husi fatin diferente.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KOMPENTE 2: SISTEMA OPERASAUN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Operasaun hanesan programa ida ne'ebé ativa power iha komputadór no hala'o operasaun baziku (operasaun I/O, jestaun arkivu, etc.). DBMS só bele ativu se OS ne'ebé adekuadu mós ativu.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206240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4206240" cy="6400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29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 Komputadór Stand-alone / Kliente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MS-DOS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MS-Windows (10, 11, etc.)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758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Linux (Ubuntu, Fedora, etc.)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macOS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4206240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65960"/>
            <a:ext cx="4206240" cy="6400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29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ba Komputadór Servidor (Server)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7249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Novel-Netware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200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MS-Windows 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Unix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41513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Linux (CentOS, Debian, RHEL)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DBMS bele de'it hala'o iha OS ne'ebé kompatível no adekuadu.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KOMPENTE 3: BAZE-DADUS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9601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baze-dadus ida bele iha baze-dadus barak. Baze-dadus ida-idak bele kontein objetu oioin: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6916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691640"/>
            <a:ext cx="2788920" cy="4572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Tabela (Table)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2240280"/>
            <a:ext cx="26060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báziku atu rai dadus organizado iha linha no koluna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6916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691640"/>
            <a:ext cx="2788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Indeks (Index)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46120" y="2240280"/>
            <a:ext cx="26060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atu haforsa operasaun buka dadus ba lais liu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16916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80760" y="1691640"/>
            <a:ext cx="278892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View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2240280"/>
            <a:ext cx="26060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virtual bazeia ba query husi tabela real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32918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3291840"/>
            <a:ext cx="2788920" cy="4572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3337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Stored Procedure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0040" y="3840480"/>
            <a:ext cx="26060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Konjuntu instruksaun SQL ne'ebé rai iha baze-dadus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54680" y="32918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54680" y="3291840"/>
            <a:ext cx="2788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54680" y="3337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Trigger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246120" y="3840480"/>
            <a:ext cx="26060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Prosesu ativu automátiku bainhira eventu espesífiku akontese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0760" y="32918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080760" y="3291840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3337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Definisaun Estrutura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172200" y="3840480"/>
            <a:ext cx="260604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ne'ebé deskreve estrutura baze-dadus no nia objetu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KOMPENTE 4: DBMS (Database Management System)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6012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667512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maka software ne'ebé permite utilizadór oioin atu kria, lee, atualiza no apaga dadus iha baze-dadus ho seguransa no efisiénsia.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74320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Funsaun Prinsipál DBMS: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2148840"/>
            <a:ext cx="4023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Definisaun Dadus (DDL)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26280" y="2148840"/>
            <a:ext cx="4023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17720" y="2221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Manipulasaun Dadus (DML)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743200"/>
            <a:ext cx="4023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2816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Kontrolu Asesu Dadus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26280" y="2743200"/>
            <a:ext cx="4023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17720" y="2816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Rekuperasaun Dadus (Recovery)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337560"/>
            <a:ext cx="4023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Jestaun Konkurénsia (Concurrency)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26280" y="3337560"/>
            <a:ext cx="4023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17720" y="3410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Integridade Dadus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023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 DBMS popular: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4434840"/>
            <a:ext cx="1353312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74320" y="44897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37360" y="4434840"/>
            <a:ext cx="1353312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737360" y="44897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0" y="4434840"/>
            <a:ext cx="1353312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200400" y="44897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63440" y="4434840"/>
            <a:ext cx="1353312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663440" y="44897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26480" y="4434840"/>
            <a:ext cx="1353312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126480" y="44897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589520" y="4434840"/>
            <a:ext cx="1353312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589520" y="448970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KOMPENTE 5: UTILIZADÓR (USERS)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601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9601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Iha sistema baze-dadus, iha tipu utilizadór barak ho papel diferente: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594360" cy="74980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5087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 (DBA)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8836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ba instalasaun, konfigurasaun, jestaun seguransa, backup no rekuperasaun baze-dadus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35000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350008"/>
            <a:ext cx="594360" cy="7498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350008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05840" y="23957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27249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Dezaina estrutura baze-dadus, kria tabela, relasaun, no definisaun esquema dadus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19125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191256"/>
            <a:ext cx="59436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191256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05840" y="32369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Dezaina no dezenvolve aplikasaun ne'ebé uza baze-dadus atu rai no hasai dadus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03250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4032504"/>
            <a:ext cx="594360" cy="7498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032504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005840" y="40782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44074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 aplikasaun atu asesu baze-dadus, dala barak la iha koñesimentu téknika profunda kona-ba DBMS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KOMPENTE 6: APLIKASAUN SELUK (Opsionál)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Aplikasaun ne'e programa software opsionál sira ne'ebé uza DBMS hanesan backend atu halo funsaun espesífiku.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2816352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91640"/>
            <a:ext cx="2816352" cy="45720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373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3347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sistem e-commerce, banking online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691640"/>
            <a:ext cx="2816352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691640"/>
            <a:ext cx="2816352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7373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Desktop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240280"/>
            <a:ext cx="263347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ERP, CRM sistem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691640"/>
            <a:ext cx="2816352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691640"/>
            <a:ext cx="2816352" cy="4572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7373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2240280"/>
            <a:ext cx="263347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aplikasaun mós smartphone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291840"/>
            <a:ext cx="2816352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291840"/>
            <a:ext cx="2816352" cy="4572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375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Reporting 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840480"/>
            <a:ext cx="263347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Power BI, Crystal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291840"/>
            <a:ext cx="2816352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3291840"/>
            <a:ext cx="2816352" cy="45720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33375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ETL Tool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3840480"/>
            <a:ext cx="263347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Pentaho, Talend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3291840"/>
            <a:ext cx="2816352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3291840"/>
            <a:ext cx="2816352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3375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BI/Analytics Tool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8776" y="3840480"/>
            <a:ext cx="263347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Ezemplu: Tableau, Qlik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RELASAUN ENTRE KOMPONENTE SISTEMA BAZE-DADUS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24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UTILIZADÓR  (End User, Developer, DBA)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3931920" cy="68580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848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Aplikasaun Seluk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3931920" cy="6858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0848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DBMS (Software)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651760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449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BAZE-DADUS (Tabela, Indeks, View, etc.)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611880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867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  SISTEMA OPERASAUN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4434840"/>
            <a:ext cx="0" cy="2743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HARDWARE (Komputadór, HDD, Rede)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VANTAJEN SISTEMA BAZE-DADUS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Redusaun Redundánsia Dadus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Dadus rai iha fatin ida de'it, evita duplikasaun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73152" cy="1170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77840" y="10972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Konsisténsia Dadus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5361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Mudansa ida refleta ba parte hotu-hotu husi sistema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04288"/>
            <a:ext cx="73152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414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23957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 Dadus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Utilizadór barak bele asesu dadus hanesan tempu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042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04288"/>
            <a:ext cx="73152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414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77840" y="23957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Seguransa Dadus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834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Kontrolu asesu bazeia ba priviléjiu utilizadór nian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02736"/>
            <a:ext cx="7315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398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" y="36941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Dadus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1330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Validasaun atu garante dadus ne'ebé loloos no konsistente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0273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02736"/>
            <a:ext cx="73152" cy="1170432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398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77840" y="369417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no Rekuperasaun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1330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restaurasaun bainhira akontese dezastre ka falha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REZUMU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Baze-Dadus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66928"/>
          </a:xfrm>
          <a:prstGeom prst="rect">
            <a:avLst/>
          </a:prstGeom>
          <a:solidFill>
            <a:srgbClr val="1E3A7A"/>
          </a:solidFill>
          <a:ln w="12700">
            <a:solidFill>
              <a:srgbClr val="2E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91056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910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554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baze-dadus = kolesaun tabela + DBMS + komponente suporta sira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229600" cy="566928"/>
          </a:xfrm>
          <a:prstGeom prst="rect">
            <a:avLst/>
          </a:prstGeom>
          <a:solidFill>
            <a:srgbClr val="1E3A7A"/>
          </a:solidFill>
          <a:ln w="12700">
            <a:solidFill>
              <a:srgbClr val="2E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24942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22128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Baze-dadus hanesan objetu pasivu – presiza software (DBMS) atu sai útil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8229600" cy="566928"/>
          </a:xfrm>
          <a:prstGeom prst="rect">
            <a:avLst/>
          </a:prstGeom>
          <a:solidFill>
            <a:srgbClr val="1E3A7A"/>
          </a:solidFill>
          <a:ln w="12700">
            <a:solidFill>
              <a:srgbClr val="2E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90779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28712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OS, Database, DBMS, Utilizadór, Aplikasaun = 6 komponente prinsipál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8229600" cy="566928"/>
          </a:xfrm>
          <a:prstGeom prst="rect">
            <a:avLst/>
          </a:prstGeom>
          <a:solidFill>
            <a:srgbClr val="1E3A7A"/>
          </a:solidFill>
          <a:ln w="12700">
            <a:solidFill>
              <a:srgbClr val="2E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5661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35295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suporta prosesu físiku; OS ativu DBMS; DBMS kontrola dadus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566928"/>
          </a:xfrm>
          <a:prstGeom prst="rect">
            <a:avLst/>
          </a:prstGeom>
          <a:solidFill>
            <a:srgbClr val="1E3A7A"/>
          </a:solidFill>
          <a:ln w="12700">
            <a:solidFill>
              <a:srgbClr val="2E4F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224528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41879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Utilizadór oioin (DBA, Developer, End User) iha papel diferente iha sistema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Obrigadu / Terima Kasih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1223</Words>
  <Application>Microsoft Office PowerPoint</Application>
  <PresentationFormat>On-screen Show (16:9)</PresentationFormat>
  <Paragraphs>259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Baze-Dadus</dc:title>
  <dc:subject>PptxGenJS Presentation</dc:subject>
  <dc:creator>PptxGenJS</dc:creator>
  <cp:lastModifiedBy>juser</cp:lastModifiedBy>
  <cp:revision>3</cp:revision>
  <dcterms:created xsi:type="dcterms:W3CDTF">2026-04-24T03:57:12Z</dcterms:created>
  <dcterms:modified xsi:type="dcterms:W3CDTF">2026-04-24T05:16:46Z</dcterms:modified>
</cp:coreProperties>
</file>